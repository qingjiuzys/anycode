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anyCode 数字工作台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5F6368"/>
                </a:solidFill>
              </a:defRPr>
            </a:pPr>
            <a:r>
              <a:t>功能说明 · v0.2.0</a:t>
            </a:r>
            <a:br/>
            <a:r>
              <a:t>http://127.0.0.1:43180  ·  anycode dashboard --open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1. 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本地 Web 看板：统一管理项目、会话、自动化与产出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AI 任务执行、审批、Gate 门禁与信任度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Agent / Skills / MCP / Browser 连接器配置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数据：~/.anycode/projects.db + SSE 实时事件流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2. 启动与登录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浏览器：anycode dashboard --open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macOS：anyCode.app 内置启动工作台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账户：local@anycode（本地 trusted 免密）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右上角：中/英、深浅色；SSE 已连接 = 实时流正常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3. 侧栏导航一览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总览 — 运维摘要、快捷对话、事件流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项目 — registry、信任度、扫描/新建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会话 — Web 聊天、追问、产物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自动化 — Cron、项目护栏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资产 — 文件写入跟踪与验证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报告 / 审计 — 导出与配置变更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Agent·Skills — Starter 包、治理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设置 — 模型、MCP、Browser、Doctor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4. 总览首页</a:t>
            </a:r>
          </a:p>
        </p:txBody>
      </p:sp>
      <p:pic>
        <p:nvPicPr>
          <p:cNvPr id="4" name="Picture 3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3150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快捷对话：选项目即开新会话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运维摘要：阻断/审批/预算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活跃项目 + 实时事件流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事件标题 UI 层中文化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5. 项目列表</a:t>
            </a:r>
          </a:p>
        </p:txBody>
      </p:sp>
      <p:pic>
        <p:nvPicPr>
          <p:cNvPr id="4" name="Picture 3" descr="02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3150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扫描 / 新建 / 归档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Flutter 等模板脚手架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信任度进度条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根目录缺失标红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6. 项目详情</a:t>
            </a:r>
          </a:p>
        </p:txBody>
      </p:sp>
      <p:pic>
        <p:nvPicPr>
          <p:cNvPr id="4" name="Picture 3" descr="07-projec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117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配置：知识库、Gate、Pipeline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重建索引 / 索引资产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就绪分与 Gate 通过率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生成项目报告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7. 会话与 Web 聊天</a:t>
            </a:r>
          </a:p>
        </p:txBody>
      </p:sp>
      <p:pic>
        <p:nvPicPr>
          <p:cNvPr id="4" name="Picture 3" descr="03-convers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070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按项目/状态筛选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Agent / 模型 / @Skills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图片附件（Vision 模型）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工具调用与审批可视化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8. 自动化</a:t>
            </a:r>
          </a:p>
        </p:txBody>
      </p:sp>
      <p:pic>
        <p:nvPicPr>
          <p:cNvPr id="4" name="Picture 3" descr="04-autom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117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自然语言 → cron 表达式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写入 orchestration.json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项目护栏：阻断/通知/报告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Cron 运行记录与重试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9. 资产</a:t>
            </a:r>
          </a:p>
        </p:txBody>
      </p:sp>
      <p:pic>
        <p:nvPicPr>
          <p:cNvPr id="4" name="Picture 3" descr="05-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117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FileWrite / Edit 跟踪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未验证 / 阻断产物筛选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导出 CSV、查看 hash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10. Agent / Skills</a:t>
            </a:r>
          </a:p>
        </p:txBody>
      </p:sp>
      <p:pic>
        <p:nvPicPr>
          <p:cNvPr id="4" name="Picture 3" descr="06-agents-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117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Agent 统计与模型路由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Skills 扫描与治理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Starter 包一键安装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中文场景：日报/周报/纪要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11. 设置：MCP 与浏览器</a:t>
            </a:r>
          </a:p>
        </p:txBody>
      </p:sp>
      <p:pic>
        <p:nvPicPr>
          <p:cNvPr id="4" name="Picture 3" descr="08-settings-notify-mcp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117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MCP 服务器 UI 编辑 config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Browser 连接器（Desktop）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Playwright MCP 无头 Chromium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通知策略与渠道集成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12. 设置：偏好与提示词</a:t>
            </a:r>
          </a:p>
        </p:txBody>
      </p:sp>
      <p:pic>
        <p:nvPicPr>
          <p:cNvPr id="4" name="Picture 3" descr="09-settings-prefs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1117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960120"/>
            <a:ext cx="2651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UI 密度与报告偏好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资产读取策略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System Prompt 预览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CLAUDE.md + Skills 合并视图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13. 与 CLI 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终端 anycode → 记录事件 → Dashboard 展示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Dashboard Web 聊天 → 同一 AgentRuntime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配置中心：~/.anycode/config.json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详见 docs/run-flow.md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14. 常见问题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空白页：确认 dashboard 进程、刷新浏览器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无数据：终端跑一次任务或「扫描项目」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知识库向量：Desktop 自带；CLI 需 knowledge-embeddings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Browser 不可用：设置中启用连接器并重启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202124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5F6368"/>
                </a:solidFill>
              </a:defRPr>
            </a:pPr>
            <a:r>
              <a:t>anyCode · Digital Workbench</a:t>
            </a:r>
            <a:br/>
            <a:r>
              <a:t>文档：docs/workbench-functional-guide/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