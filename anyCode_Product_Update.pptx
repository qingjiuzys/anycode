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FC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anyCode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FC3F4"/>
                </a:solidFill>
              </a:defRPr>
            </a:pPr>
            <a:r>
              <a:t>Product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</a:defRPr>
            </a:pPr>
            <a:r>
              <a:t>Digital Workbench  AI Agent  Multi-Channel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2026.07.13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FC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4"/>
                </a:solidFill>
              </a:defRPr>
            </a:pPr>
            <a:r>
              <a:t>About anyCode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4"/>
                </a:solidFill>
              </a:defRPr>
            </a:pPr>
            <a:r>
              <a:t>Product Positioning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anyCode is a desktop + daemon AI workbench built with Rust and Tokio.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Local-first: Workbench at 127.0.0.1:43180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BYOK (Bring Your Own Key): 30+ model providers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Multi-channel: WeChat, Telegram, Discord bridges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Secure approval: File operations require user consent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Scheduled tasks: Built-in Cron scheduler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MCP integration: Dynamic external tool connections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4"/>
                </a:solidFill>
              </a:defRPr>
            </a:pPr>
            <a:r>
              <a:t>Core 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E676"/>
                </a:solidFill>
              </a:defRPr>
            </a:pPr>
            <a:r>
              <a:t>Runtime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AgentRuntime - Single multi-turn LLM+tool execution engine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E676"/>
                </a:solidFill>
              </a:defRPr>
            </a:pPr>
            <a:r>
              <a:t>Architecture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Rust workspace  Tauri Desktop  HTTP Dashboard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E676"/>
                </a:solidFill>
              </a:defRPr>
            </a:pPr>
            <a:r>
              <a:t>Memory System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File / Hybrid / Pipeline backends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Vector search (ONNX local / HTTP remote)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E676"/>
                </a:solidFill>
              </a:defRPr>
            </a:pPr>
            <a:r>
              <a:t>Tool Ecosystem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P0-P8 complete toolchain  MCP  LSP  Skill plugins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FC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4"/>
                </a:solidFill>
              </a:defRPr>
            </a:pPr>
            <a:r>
              <a:t>Update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474720" cy="22860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macOS Native Media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STT / OCR / TTS / Keychain / Clipboard unified native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188720"/>
            <a:ext cx="3474720" cy="22860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C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FC3F4"/>
                </a:solidFill>
              </a:defRPr>
            </a:pPr>
            <a:r>
              <a:t>Agent Loop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1828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Configurable max_agent_turns (default 8) / max_tool_calls (default 32)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3474720" cy="22860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726"/>
                </a:solidFill>
              </a:defRPr>
            </a:pPr>
            <a:r>
              <a:t>Release Packaging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828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macOS DMG-only releases; Linux/Windows via cargo install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3474720" cy="22860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8619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WeChat Bridge Enhancements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1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Outbound media CDN, Setup QR SVG, SendWeChatMessage tool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749039"/>
            <a:ext cx="3474720" cy="22860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C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39" y="388619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FC3F4"/>
                </a:solidFill>
              </a:defRPr>
            </a:pPr>
            <a:r>
              <a:t>Cron System 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438911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IANA timezone support, failure destination, observability 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749039"/>
            <a:ext cx="3474720" cy="22860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88619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Provider Alias Expansion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38911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OpenClaw-style aliases for 30+ model providers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</a:defRPr>
            </a:pPr>
            <a:r>
              <a:t>Unified helper path: ~/.anycode/bin/anycode-apple-media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76"/>
                </a:solidFill>
              </a:defRPr>
            </a:pPr>
            <a:r>
              <a:t>macOS Native Media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789920" cy="50292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E676"/>
                </a:solidFill>
              </a:defRPr>
            </a:pPr>
            <a:r>
              <a:t>Shared anycode-apple-media crate with Swift helper operations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4FC3F4"/>
                </a:solidFill>
              </a:defRPr>
            </a:pPr>
            <a:r>
              <a:t>Speech Recognition (STT)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Apple Speech integration via AVFoundation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Used by CLI, WeChat bridge, SttClient, and Dashboard settings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4FC3F4"/>
                </a:solidFill>
              </a:defRPr>
            </a:pPr>
            <a:r>
              <a:t>Optical Character Recognition (OCR)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Apple Vision framework for image text extraction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Desktop app native media stack support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4FC3F4"/>
                </a:solidFill>
              </a:defRPr>
            </a:pPr>
            <a:r>
              <a:t>Text-to-Speech (TTS)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AVSpeechSynthesizer integration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Audio conversion via AVFoundation + afconvert fallback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4FC3F4"/>
                </a:solidFill>
              </a:defRPr>
            </a:pPr>
            <a:r>
              <a:t>Additional Native Features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UserNotifications, Keychain access, Rich pasteboard operations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Unified path: ~/.anycode/bin/anycode-apple-media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FC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4"/>
                </a:solidFill>
              </a:defRPr>
            </a:pPr>
            <a:r>
              <a:t>Agent Loop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FC3F4"/>
                </a:solidFill>
              </a:defRPr>
            </a:pPr>
            <a:r>
              <a:t>New Configuration Options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0E676"/>
                </a:solidFill>
              </a:defRPr>
            </a:pPr>
            <a:r>
              <a:t>runtime.max_agent_turns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Default: 8 turns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Controls maximum conversation rounds, prevents infinite loops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0E676"/>
                </a:solidFill>
              </a:defRPr>
            </a:pPr>
            <a:r>
              <a:t>runtime.max_tool_calls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Default: 32 calls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Limits maximum tool invocations per task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A726"/>
                </a:solidFill>
              </a:defRPr>
            </a:pPr>
            <a:r>
              <a:t>Cooperative Cancel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Arc&lt;AtomicBool&gt; at turn/tool boundaries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UI can interrupt running tasks in real-time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12801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C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4"/>
                </a:solidFill>
              </a:defRPr>
            </a:pPr>
            <a:r>
              <a:t>Config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74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~/.anycode/config.json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26080"/>
            <a:ext cx="5303520" cy="12801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C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4"/>
                </a:solidFill>
              </a:defRPr>
            </a:pPr>
            <a:r>
              <a:t>Workbench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4290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Settings -&gt; 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480560"/>
            <a:ext cx="5303520" cy="12801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C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4"/>
                </a:solidFill>
              </a:defRPr>
            </a:pPr>
            <a:r>
              <a:t>Environment Variables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9834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ANYCODE_MAX_AGENT_TURNS / ANYCODE_MAX_TOOL_CALLS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</a:defRPr>
            </a:pPr>
            <a:r>
              <a:t>Better control over AI agent behavior and resource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76"/>
                </a:solidFill>
              </a:defRPr>
            </a:pPr>
            <a:r>
              <a:t>Channel Integrations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474720" cy="41148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WeChat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Outbound media CDN delivery</a:t>
            </a:r>
            <a:br/>
            <a:r>
              <a:t>Setup QR SVG generation</a:t>
            </a:r>
            <a:br/>
            <a:r>
              <a:t>SendWeChatMessage tool for agent-initiated file sends</a:t>
            </a:r>
            <a:br/>
            <a:r>
              <a:t>Inbound body alignment with OpenClaw</a:t>
            </a:r>
            <a:br/>
            <a:r>
              <a:t>ref_msg quote handling</a:t>
            </a:r>
            <a:br/>
            <a:r>
              <a:t>Media selection fallback (IMAGE &gt; VIDEO &gt; FILE &gt; VOICE)</a:t>
            </a:r>
            <a:br/>
            <a:r>
              <a:t>CDN decryption for video/file/voice</a:t>
            </a:r>
            <a:br/>
            <a:r>
              <a:t>Outbound retry with exponential backoff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188720"/>
            <a:ext cx="3474720" cy="41148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C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C3F4"/>
                </a:solidFill>
              </a:defRPr>
            </a:pPr>
            <a:r>
              <a:t>Telegram 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19202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Scheduler task for cron support</a:t>
            </a:r>
            <a:br/>
            <a:r>
              <a:t>Single-instance scheduling via scheduler.lock</a:t>
            </a:r>
            <a:br/>
            <a:r>
              <a:t>Channel-specific cron delivery</a:t>
            </a:r>
            <a:br/>
            <a:r>
              <a:t>Wall-clock job reminders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3474720" cy="41148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A726"/>
                </a:solidFill>
              </a:defRPr>
            </a:pPr>
            <a:r>
              <a:t>Discord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202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Same scheduler infrastructure</a:t>
            </a:r>
            <a:br/>
            <a:r>
              <a:t>Cron job support</a:t>
            </a:r>
            <a:br/>
            <a:r>
              <a:t>Channel bridge with approval callbacks</a:t>
            </a:r>
            <a:br/>
            <a:r>
              <a:t>Shared initialize_runtime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789920" cy="9144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E676"/>
                </a:solidFill>
              </a:defRPr>
            </a:pPr>
            <a:r>
              <a:t>All bridges share initialize_runtime with headless approval callbacks</a:t>
            </a:r>
          </a:p>
          <a:p>
            <a:pPr>
              <a:spcAft>
                <a:spcPts val="400"/>
              </a:spcAft>
              <a:defRPr sz="1200" b="0">
                <a:solidFill>
                  <a:srgbClr val="BBBBCC"/>
                </a:solidFill>
              </a:defRPr>
            </a:pPr>
            <a:r>
              <a:t>Channel cron: CronCreate / CronDelete / CronList exposed via workspace-assistant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FC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4"/>
                </a:solidFill>
              </a:defRPr>
            </a:pPr>
            <a:r>
              <a:t>Cron &amp; Scheduler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FC3F4"/>
                </a:solidFill>
              </a:defRPr>
            </a:pPr>
            <a:r>
              <a:t>Core Capabilities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E676"/>
                </a:solidFill>
              </a:defRPr>
            </a:pPr>
            <a:r>
              <a:t>Single-instance scheduling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Uses ~/.anycode/tasks/scheduler.lock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E676"/>
                </a:solidFill>
              </a:defRPr>
            </a:pPr>
            <a:r>
              <a:t>Wall-clock jobs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Weekday * avoids ISO vs Sun=1 mismatch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E676"/>
                </a:solidFill>
              </a:defRPr>
            </a:pPr>
            <a:r>
              <a:t>IANA timezone support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Asia/Shanghai-style names, Zulu alias for UTC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E676"/>
                </a:solidFill>
              </a:defRPr>
            </a:pPr>
            <a:r>
              <a:t>Failure destinations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log / same_channel / shell / http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E676"/>
                </a:solidFill>
              </a:defRPr>
            </a:pPr>
            <a:r>
              <a:t>Observability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cron-runs.jsonl: started / ok / error entries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03520" cy="32004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C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FC3F4"/>
                </a:solidFill>
              </a:defRPr>
            </a:pPr>
            <a:r>
              <a:t>Automation Workflow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1. Create job with natural language schedule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2. Scheduler pushes reminder to last chat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3. Agent task executes on schedule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4. Second message for long replies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5. Failure logging and retry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572000"/>
            <a:ext cx="5303520" cy="16459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4663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A726"/>
                </a:solidFill>
              </a:defRPr>
            </a:pPr>
            <a:r>
              <a:t>Project Guardrails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Block on gateway failure, Auto-generate reports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Immediate retry on demand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726"/>
                </a:solidFill>
              </a:defRPr>
            </a:pPr>
            <a:r>
              <a:t>MCP &amp; Tool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726"/>
                </a:solidFill>
              </a:defRPr>
            </a:pPr>
            <a:r>
              <a:t>MCP Client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E676"/>
                </a:solidFill>
              </a:defRPr>
            </a:pPr>
            <a:r>
              <a:t>stdio dead connection detection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Returns mcp_stdio_dead when child exits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E676"/>
                </a:solidFill>
              </a:defRPr>
            </a:pPr>
            <a:r>
              <a:t>Reconnection policy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Manual reconnect per ADR-007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E676"/>
                </a:solidFill>
              </a:defRPr>
            </a:pPr>
            <a:r>
              <a:t>Multi-server support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ANYCODE_MCP_SERVERS environment variable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E676"/>
                </a:solidFill>
              </a:defRPr>
            </a:pPr>
            <a:r>
              <a:t>Tool name filtering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security.mcp_tool_deny_patterns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E676"/>
                </a:solidFill>
              </a:defRPr>
            </a:pPr>
            <a:r>
              <a:t>Timeout control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ANYCODE_MCP_CALL_TIMEOUT_SECS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C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C3F4"/>
                </a:solidFill>
              </a:defRPr>
            </a:pPr>
            <a:r>
              <a:t>Tool Stage Matrix (P0-P8)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4"/>
                </a:solidFill>
              </a:defRPr>
            </a:pPr>
            <a:r>
              <a:t>P0-P2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Basic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920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E676"/>
                </a:solidFill>
              </a:defRPr>
            </a:pPr>
            <a: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4"/>
                </a:solidFill>
              </a:defRPr>
            </a:pPr>
            <a:r>
              <a:t>P3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MCP stdio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468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E676"/>
                </a:solidFill>
              </a:defRPr>
            </a:pPr>
            <a:r>
              <a:t>v1 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4"/>
                </a:solidFill>
              </a:defRPr>
            </a:pPr>
            <a:r>
              <a:t>P4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LSP forwarding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E676"/>
                </a:solidFill>
              </a:defRPr>
            </a:pPr>
            <a:r>
              <a:t>Partial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66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4"/>
                </a:solidFill>
              </a:defRPr>
            </a:pPr>
            <a:r>
              <a:t>P5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Agent/Skill/Task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3566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E676"/>
                </a:solidFill>
              </a:defRPr>
            </a:pPr>
            <a:r>
              <a:t>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14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4"/>
                </a:solidFill>
              </a:defRPr>
            </a:pPr>
            <a:r>
              <a:t>P6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4114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E676"/>
                </a:solidFill>
              </a:defRPr>
            </a:pPr>
            <a:r>
              <a:t>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4"/>
                </a:solidFill>
              </a:defRPr>
            </a:pPr>
            <a:r>
              <a:t>P7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Advanced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E676"/>
                </a:solidFill>
              </a:defRPr>
            </a:pPr>
            <a:r>
              <a:t>Done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212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4"/>
                </a:solidFill>
              </a:defRPr>
            </a:pPr>
            <a:r>
              <a:t>P8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2120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Interaction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5212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E676"/>
                </a:solidFill>
              </a:defRPr>
            </a:pPr>
            <a:r>
              <a:t>Done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FC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4"/>
                </a:solidFill>
              </a:defRPr>
            </a:pPr>
            <a:r>
              <a:t>Digital Workbench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474720" cy="21031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C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C3F4"/>
                </a:solidFill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Projects  Running sessions  Recent activity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188720"/>
            <a:ext cx="3474720" cy="21031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C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325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C3F4"/>
                </a:solidFill>
              </a:defRPr>
            </a:pPr>
            <a:r>
              <a:t>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17373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Workspace list  Trust level  Recent 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3474720" cy="21031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C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325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C3F4"/>
                </a:solidFill>
              </a:defRPr>
            </a:pPr>
            <a:r>
              <a:t>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Browse by project  Conversation timeline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3474720" cy="21031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C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C3F4"/>
                </a:solidFill>
              </a:defRPr>
            </a:pPr>
            <a:r>
              <a:t>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Scheduled tasks  Run history  Project guardrails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566160"/>
            <a:ext cx="3474720" cy="21031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C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39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C3F4"/>
                </a:solidFill>
              </a:defRPr>
            </a:pPr>
            <a:r>
              <a:t>Assets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4114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Deliverable files  PPTX/PDF management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566160"/>
            <a:ext cx="3474720" cy="21031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C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C3F4"/>
                </a:solidFill>
              </a:defRPr>
            </a:pPr>
            <a:r>
              <a:t>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114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Markdown/HTML summary export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943600"/>
            <a:ext cx="3474720" cy="21031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C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080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C3F4"/>
                </a:solidFill>
              </a:defRPr>
            </a:pPr>
            <a:r>
              <a:t>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492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Configuration change tracking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5943600"/>
            <a:ext cx="3474720" cy="21031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C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39" y="6080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C3F4"/>
                </a:solidFill>
              </a:defRPr>
            </a:pPr>
            <a:r>
              <a:t>Agents / Skills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39" y="6492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Roles and skill packages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5943600"/>
            <a:ext cx="3474720" cy="21031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C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6080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C3F4"/>
                </a:solidFill>
              </a:defRPr>
            </a:pPr>
            <a:r>
              <a:t>Settings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6492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Models  Notifications  Ops preferences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</a:defRPr>
            </a:pPr>
            <a:r>
              <a:t>Access: http://127.0.0.1:43180  |  macOS Desktop embeds Workbench  |  Chinese/English toggle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76"/>
                </a:solidFill>
              </a:defRPr>
            </a:pPr>
            <a:r>
              <a:t>Next Steps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</a:defRPr>
            </a:pPr>
            <a:r>
              <a:t>MCP SSE/HTTP Transport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Break through stdio limits, support remote MCP servers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303520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C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34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C3F4"/>
                </a:solidFill>
              </a:defRPr>
            </a:pPr>
            <a:r>
              <a:t>Full OAuth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MCP authentication graphical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23160"/>
            <a:ext cx="5303520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726"/>
                </a:solidFill>
              </a:defRPr>
            </a:pPr>
            <a:r>
              <a:t>Complete LSP Subprocess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Deep integration with code language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423160"/>
            <a:ext cx="5303520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AA"/>
                </a:solidFill>
              </a:defRPr>
            </a:pPr>
            <a:r>
              <a:t>Sub-Agent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34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Fork-level isolation  Cross-process persistent agents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5303520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</a:defRPr>
            </a:pPr>
            <a:r>
              <a:t>Skill Plugin Marketplace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Community-contributed skill discovery and installation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657600"/>
            <a:ext cx="5303520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C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703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C3F4"/>
                </a:solidFill>
              </a:defRPr>
            </a:pPr>
            <a:r>
              <a:t>Swarm / Coordinator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069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Multi-agent collaborative orchestration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92040"/>
            <a:ext cx="5303520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37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726"/>
                </a:solidFill>
              </a:defRPr>
            </a:pPr>
            <a:r>
              <a:t>Browser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035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Built-in CDP Chromium automation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892040"/>
            <a:ext cx="5303520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937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AA"/>
                </a:solidFill>
              </a:defRPr>
            </a:pPr>
            <a:r>
              <a:t>Telemetry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3035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Anonymous usage stats and performance 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486400"/>
            <a:ext cx="10789920" cy="9144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E676"/>
                </a:solidFill>
              </a:defRPr>
            </a:pPr>
            <a:r>
              <a:t>Resources</a:t>
            </a:r>
          </a:p>
          <a:p>
            <a:pPr>
              <a:spcAft>
                <a:spcPts val="400"/>
              </a:spcAft>
              <a:defRPr sz="1200" b="0">
                <a:solidFill>
                  <a:srgbClr val="BBBBCC"/>
                </a:solidFill>
              </a:defRPr>
            </a:pPr>
            <a:r>
              <a:t>GitHub: github.com/qingjiuzys/anycode  |  Docs: anycode.work/docs  |  Workbench: http://127.0.0.1:43180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